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73" r:id="rId7"/>
    <p:sldId id="259" r:id="rId8"/>
    <p:sldId id="258" r:id="rId9"/>
    <p:sldId id="263" r:id="rId10"/>
    <p:sldId id="260" r:id="rId11"/>
    <p:sldId id="261" r:id="rId12"/>
    <p:sldId id="262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4" r:id="rId22"/>
    <p:sldId id="272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87F81-2298-2D56-879A-7F58AEAD81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EAF60E-F7F4-ECD0-8DA7-267E24D7B9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BF8DED-CC5B-A451-A532-0B5D7BD0E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3B4CC-133C-48FD-9436-4E754D650DC2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C0C561-3491-644A-9E6F-0457FC4AF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168BFE-3692-1917-FB83-8FEB669FE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77B36-EA39-4F16-885E-EDEEEEFD34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341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F2CB6-8D2B-1B16-971B-7464B6B3C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669818-6328-7716-EE7B-3DADD38096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EF3E50-4213-E778-5999-DB02F74EE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3B4CC-133C-48FD-9436-4E754D650DC2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717D93-8141-1A06-9E97-BF1BFD94D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C6CD7-767F-3285-B2C1-5856597A7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77B36-EA39-4F16-885E-EDEEEEFD34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200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C4677-4FFF-6F27-CBE3-125B4FFC6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89A200-1643-3EB1-76F4-AD5D57E5E9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78670A-3B37-B53B-1EDA-64A71BAE6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3B4CC-133C-48FD-9436-4E754D650DC2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500CE0-9F43-4BB8-2DD2-E7750E180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639DBF-2C69-37A8-DCA7-BC74E0D32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77B36-EA39-4F16-885E-EDEEEEFD34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670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17377-2116-293D-E96E-052A8E992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DBFFE-DDA6-FC6C-359B-B0820BC11A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9BC293-2DC8-41E8-CF23-3CD882DFB1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8FDE05-52A3-C6EA-0D13-94C17CB98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3B4CC-133C-48FD-9436-4E754D650DC2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EB5AB7-A8C3-FA28-561F-801089801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C77647-0ECD-370A-87A8-FFAF9B887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77B36-EA39-4F16-885E-EDEEEEFD34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917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F85CA-D460-806C-A8DE-27F91472F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2C3F04-CFCB-9236-CE9C-9C163F0854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0F1135-54DE-1EA3-5611-099AFA9FEF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0C5A69-AE59-8A50-B83E-B7D8E2AC45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1CE067-5CC9-6024-023E-291AE19C9C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7D2317-9159-2A5E-AF1E-E97A38FC8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3B4CC-133C-48FD-9436-4E754D650DC2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9572C9-9B1E-7222-21BD-97F3D1590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774C96-20CC-6E1B-04A3-77977977E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77B36-EA39-4F16-885E-EDEEEEFD34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543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95DF4-5FEA-B9AA-E0D3-BBCDAB182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8AD27E-207E-DAA2-EE05-5F80E8E35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3B4CC-133C-48FD-9436-4E754D650DC2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EDE030-43B7-D0BC-0897-BB607FE61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F0C70C-1AAD-8E5A-3F23-0F62EA254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77B36-EA39-4F16-885E-EDEEEEFD34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353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759E3C-929D-7919-DE17-41D782576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3B4CC-133C-48FD-9436-4E754D650DC2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5DB463-00CC-7EDA-BE00-2AAB50B6D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61149D-9E3C-C62F-FD33-02A72B43D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77B36-EA39-4F16-885E-EDEEEEFD34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281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AAB6B-38D8-F61D-C6BE-73BEFB86A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124BD6-BCC8-8ADE-3594-014201E067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4A2526-F3F5-878E-2679-88733BCCA2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1023FD-285C-1A6C-B5A3-8F0E991FC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3B4CC-133C-48FD-9436-4E754D650DC2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031673-DECF-1095-B2C2-332CE2201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EC597A-C18F-C8B7-9B2B-2A4D5A11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77B36-EA39-4F16-885E-EDEEEEFD34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651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8C0A6-38F4-C76F-01DF-D17CBD9EE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736A98-FC5D-5C3F-5DDE-673C0F121F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28BB80-E6DF-C7A4-3B49-2F1EBF2EAF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2878D4-5D4C-3075-FFF3-79137C0CE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3B4CC-133C-48FD-9436-4E754D650DC2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D93C42-70BA-5E7F-F8B0-705CF1A19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9E8B37-F162-D72B-F296-FAFBD8C1A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77B36-EA39-4F16-885E-EDEEEEFD34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0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15F96-F584-DB25-3941-DE7416B65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C3795C-21E6-37A1-35C3-1C491543FC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496BE6-85FB-F88E-2E24-75D41EAA4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3B4CC-133C-48FD-9436-4E754D650DC2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136C02-1606-58D9-DBCA-2DBC4C58A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8844BB-6B03-FA85-E914-2F502B6F0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77B36-EA39-4F16-885E-EDEEEEFD34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95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405E76-59E1-6DE0-5DAB-317434838E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A7BED1-0E96-DB78-CF8D-CAD639C7E5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7550DF-CFCC-ED14-DFEF-26CBE077E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3B4CC-133C-48FD-9436-4E754D650DC2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B4EF5B-EC05-9C87-35E2-8B7A6289A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DAC625-9A16-465E-64A4-27E7B55E2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77B36-EA39-4F16-885E-EDEEEEFD34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292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4B5AF9-5E0B-522D-3001-C9A18F4D6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85ED85-88B0-1AE5-2FBD-435FAEF47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DACFC5-C2E6-7B62-500E-4363A60D37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53B4CC-133C-48FD-9436-4E754D650DC2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89B883-23F1-CB2F-8D1E-CC58872909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909F10-DFCB-0263-ECD1-8A0509D425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D77B36-EA39-4F16-885E-EDEEEEFD34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020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5CB94-D13C-95B3-B377-20866564DD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Northwoods Fire Assessment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D7FE05-FDBD-6B1D-DEE7-10912D5EE9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Randy Swaty and Kim Hall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82D58F-BC52-F43B-EBF0-443B76BEB1E3}"/>
              </a:ext>
            </a:extLst>
          </p:cNvPr>
          <p:cNvSpPr txBox="1"/>
          <p:nvPr/>
        </p:nvSpPr>
        <p:spPr>
          <a:xfrm>
            <a:off x="4820939" y="4245253"/>
            <a:ext cx="25501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Update, early June 2026</a:t>
            </a:r>
          </a:p>
        </p:txBody>
      </p:sp>
    </p:spTree>
    <p:extLst>
      <p:ext uri="{BB962C8B-B14F-4D97-AF65-F5344CB8AC3E}">
        <p14:creationId xmlns:p14="http://schemas.microsoft.com/office/powerpoint/2010/main" val="2466320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FFD59-CCDD-4D1A-AAE6-7743A22E6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3FE0E-7AD8-4308-EA48-D5A8B3E7E2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01775"/>
            <a:ext cx="5324475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Gain a science-based understanding of current and future fire risks to forest resources and livelihoods</a:t>
            </a:r>
          </a:p>
          <a:p>
            <a:r>
              <a:rPr lang="en-US" dirty="0"/>
              <a:t>Hypothesize what we need to do in order to pro-actively protect/conserve the things we care about</a:t>
            </a:r>
          </a:p>
          <a:p>
            <a:r>
              <a:rPr lang="en-US" dirty="0"/>
              <a:t>Build &amp; strengthen relationships with science &amp; implementation partners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BDE563-F55D-9E39-4A2F-2B7926E90D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5149" y="528638"/>
            <a:ext cx="2906613" cy="51673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4918574-27DC-9DD7-4F7D-F6471A72DD30}"/>
              </a:ext>
            </a:extLst>
          </p:cNvPr>
          <p:cNvSpPr txBox="1"/>
          <p:nvPr/>
        </p:nvSpPr>
        <p:spPr>
          <a:xfrm>
            <a:off x="7385149" y="5846544"/>
            <a:ext cx="28051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Two Hearted River Flyover, just after Duck Lake Fire</a:t>
            </a:r>
          </a:p>
        </p:txBody>
      </p:sp>
    </p:spTree>
    <p:extLst>
      <p:ext uri="{BB962C8B-B14F-4D97-AF65-F5344CB8AC3E}">
        <p14:creationId xmlns:p14="http://schemas.microsoft.com/office/powerpoint/2010/main" val="710198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B5680-1B20-03F3-05C0-E11A372EF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16C48-52B9-8A5C-7A0E-C5026B6DCF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Assemble existing data on historic patterns, fire regimes, vegetation conditions, etc. </a:t>
            </a:r>
          </a:p>
          <a:p>
            <a:r>
              <a:rPr lang="en-US" dirty="0"/>
              <a:t> Literature review to understand how climate change, especially changes in the frequency and intensity of drought, are changing fire weather, fire frequency, fire intensities, and fire impacts.</a:t>
            </a:r>
          </a:p>
          <a:p>
            <a:r>
              <a:rPr lang="en-US" dirty="0"/>
              <a:t>Develop hypotheses of change that articulate key drivers that can be targeted with strategies</a:t>
            </a:r>
          </a:p>
          <a:p>
            <a:r>
              <a:rPr lang="en-US" dirty="0"/>
              <a:t>Assemble scientific evidence and gaps associated with various hypothesized drivers</a:t>
            </a:r>
          </a:p>
        </p:txBody>
      </p:sp>
    </p:spTree>
    <p:extLst>
      <p:ext uri="{BB962C8B-B14F-4D97-AF65-F5344CB8AC3E}">
        <p14:creationId xmlns:p14="http://schemas.microsoft.com/office/powerpoint/2010/main" val="2965147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4A021-E8FD-C6D7-691C-678D75738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Historical Fire Regimes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33AB5-A181-BBD9-A1A0-DA351BBB53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~1.2 million acres burned on average in the Northwoods annually</a:t>
            </a:r>
          </a:p>
          <a:p>
            <a:r>
              <a:rPr lang="en-US" dirty="0"/>
              <a:t>Most fires were relatively benign, killing &lt; 25% of the vegetation</a:t>
            </a:r>
          </a:p>
          <a:p>
            <a:r>
              <a:rPr lang="en-US" dirty="0"/>
              <a:t>Fires were largely in Pine-Oak dominated ecosystems, with a substantial amount in peatlands (~65k acres)</a:t>
            </a:r>
          </a:p>
          <a:p>
            <a:r>
              <a:rPr lang="en-US" dirty="0"/>
              <a:t>Most ignitions were likely the result of Indigenous management</a:t>
            </a:r>
          </a:p>
        </p:txBody>
      </p:sp>
    </p:spTree>
    <p:extLst>
      <p:ext uri="{BB962C8B-B14F-4D97-AF65-F5344CB8AC3E}">
        <p14:creationId xmlns:p14="http://schemas.microsoft.com/office/powerpoint/2010/main" val="26357855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637B949-27CE-F008-B15B-F59B31B149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8995" y="201973"/>
            <a:ext cx="8352305" cy="645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9255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374323C-9D90-F972-DF35-6E99E14830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6025" y="0"/>
            <a:ext cx="5715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15222817-3329-7231-E4FC-9F61ABC2B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37693"/>
            <a:ext cx="5715000" cy="1325563"/>
          </a:xfrm>
        </p:spPr>
        <p:txBody>
          <a:bodyPr/>
          <a:lstStyle/>
          <a:p>
            <a:r>
              <a:rPr lang="en-US" dirty="0"/>
              <a:t>Recent Fires 1992-2020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EA75A54-E245-C73E-4545-8857EF20B0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296" y="1578737"/>
            <a:ext cx="5257800" cy="4351338"/>
          </a:xfrm>
        </p:spPr>
        <p:txBody>
          <a:bodyPr/>
          <a:lstStyle/>
          <a:p>
            <a:r>
              <a:rPr lang="en-US" dirty="0"/>
              <a:t>~74k fires were reported with a mean of ~2,500 per year</a:t>
            </a:r>
          </a:p>
          <a:p>
            <a:r>
              <a:rPr lang="en-US" dirty="0"/>
              <a:t>Almost all fires are small, less than 100 ac</a:t>
            </a:r>
          </a:p>
          <a:p>
            <a:r>
              <a:rPr lang="en-US" dirty="0"/>
              <a:t>Duck Lake fire was the largest at ~22k acres</a:t>
            </a:r>
          </a:p>
          <a:p>
            <a:r>
              <a:rPr lang="en-US" dirty="0"/>
              <a:t>Most fires occur in April-May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5B4014-2F1F-EEF6-113D-73CE89111BB3}"/>
              </a:ext>
            </a:extLst>
          </p:cNvPr>
          <p:cNvSpPr txBox="1"/>
          <p:nvPr/>
        </p:nvSpPr>
        <p:spPr>
          <a:xfrm>
            <a:off x="7763352" y="89019"/>
            <a:ext cx="44286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Ridgeline height represents number of fires</a:t>
            </a:r>
          </a:p>
        </p:txBody>
      </p:sp>
    </p:spTree>
    <p:extLst>
      <p:ext uri="{BB962C8B-B14F-4D97-AF65-F5344CB8AC3E}">
        <p14:creationId xmlns:p14="http://schemas.microsoft.com/office/powerpoint/2010/main" val="8380132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1016364-6C02-68B4-7B74-38AE8D176A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1260" y="102610"/>
            <a:ext cx="8609479" cy="6652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3317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976FA15-E529-4013-7709-E652CA4027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428" y="0"/>
            <a:ext cx="97971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3173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B2722B1-B7CB-FDA7-9349-E85F86B860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428" y="0"/>
            <a:ext cx="97971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9211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5F4F8-89B9-4BCA-55CE-2AE2EB3B8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Wildfire Risk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BE4042-3EE9-69D1-7F38-5CC85DA9C0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While most of the Northwoods currently has relatively low risk of wildfires, there are substantial areas with moderate to high risk</a:t>
            </a:r>
          </a:p>
          <a:p>
            <a:r>
              <a:rPr lang="en-US" dirty="0"/>
              <a:t>When looking across multiple datasets these areas are illuminated:</a:t>
            </a:r>
          </a:p>
          <a:p>
            <a:pPr lvl="1"/>
            <a:r>
              <a:rPr lang="en-US" dirty="0"/>
              <a:t>Arrowhead region of MN</a:t>
            </a:r>
          </a:p>
          <a:p>
            <a:pPr lvl="1"/>
            <a:r>
              <a:rPr lang="en-US" dirty="0"/>
              <a:t>North central MI</a:t>
            </a:r>
          </a:p>
          <a:p>
            <a:pPr lvl="1"/>
            <a:r>
              <a:rPr lang="en-US" dirty="0"/>
              <a:t>North central WI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r>
              <a:rPr lang="en-US" dirty="0"/>
              <a:t>There are many smaller areas that are highlighted as well</a:t>
            </a:r>
          </a:p>
        </p:txBody>
      </p:sp>
    </p:spTree>
    <p:extLst>
      <p:ext uri="{BB962C8B-B14F-4D97-AF65-F5344CB8AC3E}">
        <p14:creationId xmlns:p14="http://schemas.microsoft.com/office/powerpoint/2010/main" val="15271479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2DC88E-AB8F-0B69-123C-F0A4EBFB03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4585" y="51089"/>
            <a:ext cx="8742829" cy="6755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8359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2431F4E-9B31-96B2-B868-1CD7C82A45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7447" y="84209"/>
            <a:ext cx="8657105" cy="6689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5585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3CF33-B415-8C8E-75AC-85FEF594C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Looking forward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4BF9F5-2368-B090-00C6-0C333081D0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7475"/>
            <a:ext cx="4762500" cy="4351338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Populating a Mural Board with hypotheses of change, to later link (in partnership with broader group of staff) with possible strategies for dominant ecosystems</a:t>
            </a:r>
          </a:p>
          <a:p>
            <a:r>
              <a:rPr lang="en-US" dirty="0"/>
              <a:t>Assemble literature review products to align with these hypotheses of change.</a:t>
            </a:r>
          </a:p>
          <a:p>
            <a:r>
              <a:rPr lang="en-US" dirty="0"/>
              <a:t>Remap wildfire risk with future looking assumptions</a:t>
            </a:r>
          </a:p>
          <a:p>
            <a:r>
              <a:rPr lang="en-US" dirty="0"/>
              <a:t>Exploring connections to key conservation values (ecological, social)</a:t>
            </a:r>
          </a:p>
          <a:p>
            <a:r>
              <a:rPr lang="en-US" dirty="0"/>
              <a:t>Set the stage for development and implementation of multiple pilot projects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3BBCE4-073B-B5CC-0549-71BE202A8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6961" y="952500"/>
            <a:ext cx="5631144" cy="43513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B63DBB-9CF5-B6C6-9D18-D31405CC396D}"/>
              </a:ext>
            </a:extLst>
          </p:cNvPr>
          <p:cNvSpPr txBox="1"/>
          <p:nvPr/>
        </p:nvSpPr>
        <p:spPr>
          <a:xfrm>
            <a:off x="6096001" y="5543550"/>
            <a:ext cx="50863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Draft map connecting wildfire risk to water supplies and vulnerable populations</a:t>
            </a:r>
          </a:p>
        </p:txBody>
      </p:sp>
    </p:spTree>
    <p:extLst>
      <p:ext uri="{BB962C8B-B14F-4D97-AF65-F5344CB8AC3E}">
        <p14:creationId xmlns:p14="http://schemas.microsoft.com/office/powerpoint/2010/main" val="21936582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B27C4-4830-2223-A145-E9BEA3947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Fire Behavior Modeling in the Two Hearted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2B66AF-2143-3E6D-E16D-F0B5DBA592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500" r="918"/>
          <a:stretch>
            <a:fillRect/>
          </a:stretch>
        </p:blipFill>
        <p:spPr>
          <a:xfrm>
            <a:off x="6096000" y="1463884"/>
            <a:ext cx="4533900" cy="467064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A33F38B-F40D-7C37-ED87-DA0A6859953B}"/>
              </a:ext>
            </a:extLst>
          </p:cNvPr>
          <p:cNvSpPr txBox="1"/>
          <p:nvPr/>
        </p:nvSpPr>
        <p:spPr>
          <a:xfrm>
            <a:off x="838200" y="1952625"/>
            <a:ext cx="482917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Willow Zapata of Northern Michigan University and the Conservation Data Lab is modeling potential fire behavior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Using multiple management scenarios for testing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collaboration with Alex Hellman</a:t>
            </a:r>
          </a:p>
        </p:txBody>
      </p:sp>
    </p:spTree>
    <p:extLst>
      <p:ext uri="{BB962C8B-B14F-4D97-AF65-F5344CB8AC3E}">
        <p14:creationId xmlns:p14="http://schemas.microsoft.com/office/powerpoint/2010/main" val="17344591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3FA83-8E05-091A-86F8-CC6846873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Collaborating with Sault Tribe and U of MI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95006D-0A6A-1782-9BEA-0CE4ABF008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52950" cy="4351338"/>
          </a:xfrm>
        </p:spPr>
        <p:txBody>
          <a:bodyPr/>
          <a:lstStyle/>
          <a:p>
            <a:r>
              <a:rPr lang="en-US" dirty="0"/>
              <a:t>Will be exploring ice storm damage mapping for the northern region of the Lower Peninsula of MI</a:t>
            </a:r>
          </a:p>
          <a:p>
            <a:r>
              <a:rPr lang="en-US" dirty="0"/>
              <a:t>Working to assess data quality and folding together multi-scaled datasets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5E9510-DA15-0D44-FF98-594FE0336F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7294" y="1411885"/>
            <a:ext cx="6054758" cy="4034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4453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8B8EF-C629-AB0D-49CD-D48C14EEC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Slate River Modeling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065EED-4F0F-4C29-18FC-9CAE70570C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Collaborating with U of WI PhD and Conservation Data Lab mentor Garrett Knowlton</a:t>
            </a:r>
          </a:p>
          <a:p>
            <a:r>
              <a:rPr lang="en-US" dirty="0"/>
              <a:t>Exploring combined impacts of insects, fire, and climate change on forests of western MI with a pilot focus site at Slate River</a:t>
            </a:r>
          </a:p>
          <a:p>
            <a:r>
              <a:rPr lang="en-US" dirty="0"/>
              <a:t>Will likely make field visits to study fire history there</a:t>
            </a:r>
          </a:p>
          <a:p>
            <a:r>
              <a:rPr lang="en-US" dirty="0"/>
              <a:t>Modeling will inform Northwoods wide wildfire risk mapping</a:t>
            </a:r>
          </a:p>
        </p:txBody>
      </p:sp>
    </p:spTree>
    <p:extLst>
      <p:ext uri="{BB962C8B-B14F-4D97-AF65-F5344CB8AC3E}">
        <p14:creationId xmlns:p14="http://schemas.microsoft.com/office/powerpoint/2010/main" val="22993362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22B2D-0FC1-864E-2B62-9C0531A08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47625"/>
            <a:ext cx="10515600" cy="1325563"/>
          </a:xfrm>
        </p:spPr>
        <p:txBody>
          <a:bodyPr/>
          <a:lstStyle/>
          <a:p>
            <a:r>
              <a:rPr lang="en-US" dirty="0"/>
              <a:t>Fire treatment modeling, NE MN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CFA496-8116-A6A4-30F8-297E62A20D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34000" cy="4351338"/>
          </a:xfrm>
        </p:spPr>
        <p:txBody>
          <a:bodyPr/>
          <a:lstStyle/>
          <a:p>
            <a:r>
              <a:rPr lang="en-US" dirty="0"/>
              <a:t>Will collaborate with students and Kes Ebb (MNBU) to model potential fire behavior under various treatment scenarios</a:t>
            </a:r>
          </a:p>
          <a:p>
            <a:r>
              <a:rPr lang="en-US" dirty="0"/>
              <a:t>Developing app to collect community-level information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3DA456-4C3C-180F-AC57-C453967FEE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200149"/>
            <a:ext cx="5369620" cy="517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4549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F220C-AE14-A1C3-CE6C-B3BBF4ECF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Fire Weather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78C2EC-D9AE-6583-19A1-72E8D02F8A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86400" cy="4351338"/>
          </a:xfrm>
        </p:spPr>
        <p:txBody>
          <a:bodyPr/>
          <a:lstStyle/>
          <a:p>
            <a:r>
              <a:rPr lang="en-US" dirty="0"/>
              <a:t>Fire Weather greatly influences:</a:t>
            </a:r>
          </a:p>
          <a:p>
            <a:pPr lvl="1"/>
            <a:r>
              <a:rPr lang="en-US" dirty="0"/>
              <a:t>Fire behavior</a:t>
            </a:r>
          </a:p>
          <a:p>
            <a:pPr lvl="1"/>
            <a:r>
              <a:rPr lang="en-US" dirty="0"/>
              <a:t>Fire suppression and prescribed fire decisions</a:t>
            </a:r>
          </a:p>
          <a:p>
            <a:r>
              <a:rPr lang="en-US" dirty="0"/>
              <a:t>LANDFIRE has supported Meteorologist Rebecca Economides to help us understand the basics and how they might influence our work</a:t>
            </a:r>
          </a:p>
          <a:p>
            <a:r>
              <a:rPr lang="en-US" dirty="0"/>
              <a:t>Report almost completed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4854C5-46FB-0AD6-C0DD-F531F64730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3564" y="1825625"/>
            <a:ext cx="4410236" cy="4000903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8219714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FDD59-929E-A5CC-DD2D-8F60ED848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7CEC3-24FF-BDCA-1C91-F3C38F2528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Whether looking at pre–European Settlement, recent past or at current wildfire risk models, it is clear that fire was and is a component of the Northwoods</a:t>
            </a:r>
          </a:p>
          <a:p>
            <a:r>
              <a:rPr lang="en-US" dirty="0"/>
              <a:t>There is a high probability that wildfire risk will increase and increasingly intersect with conservation values.  By combining multiple lines of evidence and enabling broader conversations, we can be more pro-active in addressing this challenge.</a:t>
            </a:r>
          </a:p>
          <a:p>
            <a:r>
              <a:rPr lang="en-US" dirty="0"/>
              <a:t>Building community while assembling evidence is likely to help us move forward </a:t>
            </a:r>
            <a:r>
              <a:rPr lang="en-US"/>
              <a:t>on implementation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84667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a935ae3-269f-475e-bf5d-15baec4657dd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3D3C125A3F174C9D69F2D7B860E94C" ma:contentTypeVersion="15" ma:contentTypeDescription="Create a new document." ma:contentTypeScope="" ma:versionID="f22f777058397bbda9e6ba9f95cfdff0">
  <xsd:schema xmlns:xsd="http://www.w3.org/2001/XMLSchema" xmlns:xs="http://www.w3.org/2001/XMLSchema" xmlns:p="http://schemas.microsoft.com/office/2006/metadata/properties" xmlns:ns3="3a935ae3-269f-475e-bf5d-15baec4657dd" xmlns:ns4="f9144b1e-0c32-4843-9408-73418c18eb61" targetNamespace="http://schemas.microsoft.com/office/2006/metadata/properties" ma:root="true" ma:fieldsID="92935eacade62689dffcb1f0aa560674" ns3:_="" ns4:_="">
    <xsd:import namespace="3a935ae3-269f-475e-bf5d-15baec4657dd"/>
    <xsd:import namespace="f9144b1e-0c32-4843-9408-73418c18eb6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935ae3-269f-475e-bf5d-15baec4657d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144b1e-0c32-4843-9408-73418c18eb61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4A76604-89FA-41E5-8889-4ACE62503E6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4AF4F3D-7DA5-4E31-9E61-C8E064C02050}">
  <ds:schemaRefs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f9144b1e-0c32-4843-9408-73418c18eb61"/>
    <ds:schemaRef ds:uri="http://schemas.microsoft.com/office/2006/documentManagement/types"/>
    <ds:schemaRef ds:uri="http://schemas.microsoft.com/office/infopath/2007/PartnerControls"/>
    <ds:schemaRef ds:uri="3a935ae3-269f-475e-bf5d-15baec4657dd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771E0301-4A27-4449-A983-06B3072A47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a935ae3-269f-475e-bf5d-15baec4657dd"/>
    <ds:schemaRef ds:uri="f9144b1e-0c32-4843-9408-73418c18eb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79be6dc1-d78e-4bbb-b22b-d994c0a417a7}" enabled="0" method="" siteId="{79be6dc1-d78e-4bbb-b22b-d994c0a417a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509</TotalTime>
  <Words>655</Words>
  <Application>Microsoft Office PowerPoint</Application>
  <PresentationFormat>Widescreen</PresentationFormat>
  <Paragraphs>64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Office Theme</vt:lpstr>
      <vt:lpstr>Northwoods Fire Assessment</vt:lpstr>
      <vt:lpstr>Goals</vt:lpstr>
      <vt:lpstr>Approach</vt:lpstr>
      <vt:lpstr>Historical Fire Regimes</vt:lpstr>
      <vt:lpstr>PowerPoint Presentation</vt:lpstr>
      <vt:lpstr>Recent Fires 1992-2020</vt:lpstr>
      <vt:lpstr>PowerPoint Presentation</vt:lpstr>
      <vt:lpstr>PowerPoint Presentation</vt:lpstr>
      <vt:lpstr>PowerPoint Presentation</vt:lpstr>
      <vt:lpstr>Wildfire Risk</vt:lpstr>
      <vt:lpstr>PowerPoint Presentation</vt:lpstr>
      <vt:lpstr>PowerPoint Presentation</vt:lpstr>
      <vt:lpstr>Looking forward</vt:lpstr>
      <vt:lpstr>Fire Behavior Modeling in the Two Hearted</vt:lpstr>
      <vt:lpstr>Collaborating with Sault Tribe and U of MI</vt:lpstr>
      <vt:lpstr>Slate River Modeling</vt:lpstr>
      <vt:lpstr>Fire treatment modeling, NE MN</vt:lpstr>
      <vt:lpstr>Understanding Fire Weather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Randy Swaty</dc:creator>
  <cp:lastModifiedBy>Randy Swaty</cp:lastModifiedBy>
  <cp:revision>8</cp:revision>
  <dcterms:created xsi:type="dcterms:W3CDTF">2026-06-10T18:24:38Z</dcterms:created>
  <dcterms:modified xsi:type="dcterms:W3CDTF">2026-06-18T20:13:56Z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0x010100513D3C125A3F174C9D69F2D7B860E94C</vt:lpwstr>
  </property>
</Properties>
</file>